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2422"/>
                </a:solidFill>
              </a:defRPr>
            </a:pPr>
            <a:r>
              <a:t>BUILD WITH भारत 2.0</a:t>
            </a:r>
          </a:p>
          <a:p>
            <a:pPr algn="ctr">
              <a:defRPr sz="1400" b="1">
                <a:solidFill>
                  <a:srgbClr val="EB5E28"/>
                </a:solidFill>
              </a:defRPr>
            </a:pPr>
            <a:r>
              <a:t>NATIONAL LEVEL HACKATHON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9445752" cy="2011680"/>
          </a:xfrm>
          <a:prstGeom prst="roundRect">
            <a:avLst/>
          </a:prstGeom>
          <a:solidFill>
            <a:srgbClr val="252422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EB5E28"/>
                </a:solidFill>
              </a:defRPr>
            </a:pPr>
            <a:r>
              <a:t>Autonomous OS Debugging Agent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AI-Powered System Diagnostics, Safe Remediation &amp; Zero-Risk Rollback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297680"/>
            <a:ext cx="9445752" cy="173736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52422"/>
                </a:solidFill>
                <a:latin typeface="Arial"/>
              </a:defRPr>
            </a:pPr>
            <a:r>
              <a:t>TEAM NAME:  KernelHealers</a:t>
            </a:r>
          </a:p>
          <a:p>
            <a:pPr>
              <a:defRPr sz="1300">
                <a:solidFill>
                  <a:srgbClr val="252422"/>
                </a:solidFill>
                <a:latin typeface="Arial"/>
              </a:defRPr>
            </a:pPr>
            <a:r>
              <a:t>PROBLEM STATEMENT:  Autonomous Diagnosis &amp; Remediation of Operating System &amp; Kernel Errors</a:t>
            </a:r>
          </a:p>
          <a:p>
            <a:pPr>
              <a:defRPr sz="1300">
                <a:solidFill>
                  <a:srgbClr val="252422"/>
                </a:solidFill>
                <a:latin typeface="Arial"/>
              </a:defRPr>
            </a:pPr>
            <a:r>
              <a:t>TEAM MEMBERS:  Ansh &amp; Team</a:t>
            </a:r>
          </a:p>
          <a:p>
            <a:pPr>
              <a:defRPr sz="1300">
                <a:solidFill>
                  <a:srgbClr val="252422"/>
                </a:solidFill>
                <a:latin typeface="Arial"/>
              </a:defRPr>
            </a:pPr>
            <a:r>
              <a:t>COLLEGE / INSTITUTION:  Your College / University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64592" cy="685800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2422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BUILD WITH भारत 2.0  •  NATIONAL LEVEL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B5E28"/>
                </a:solidFill>
              </a:defRPr>
            </a:pPr>
            <a:r>
              <a:t>01</a:t>
            </a:r>
          </a:p>
          <a:p>
            <a:pPr>
              <a:defRPr sz="1700" b="1">
                <a:solidFill>
                  <a:srgbClr val="252422"/>
                </a:solidFill>
              </a:defRPr>
            </a:pPr>
            <a:r>
              <a:t>Cryptic &amp; Opaque Error Codes</a:t>
            </a:r>
          </a:p>
          <a:p>
            <a:br/>
            <a:pPr>
              <a:defRPr sz="1300">
                <a:solidFill>
                  <a:srgbClr val="646464"/>
                </a:solidFill>
              </a:defRPr>
            </a:pPr>
            <a:r>
              <a:t>Errors like '0x80070005' or '0x80240020' give zero meaningful context to regular users or developers, making root cause identification frustrating.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29000" cy="438912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B5E28"/>
                </a:solidFill>
              </a:defRPr>
            </a:pPr>
            <a:r>
              <a:t>02</a:t>
            </a:r>
          </a:p>
          <a:p>
            <a:pPr>
              <a:defRPr sz="1700" b="1">
                <a:solidFill>
                  <a:srgbClr val="252422"/>
                </a:solidFill>
              </a:defRPr>
            </a:pPr>
            <a:r>
              <a:t>Dangerous 'Forum Copy-Pasting'</a:t>
            </a:r>
          </a:p>
          <a:p>
            <a:br/>
            <a:pPr>
              <a:defRPr sz="1300">
                <a:solidFill>
                  <a:srgbClr val="646464"/>
                </a:solidFill>
              </a:defRPr>
            </a:pPr>
            <a:r>
              <a:t>Users spend 45+ mins scouring Reddit &amp; StackOverflow, copy-pasting unverified PowerShell commands that can corrupt registries or break system boot.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29000" cy="438912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B5E28"/>
                </a:solidFill>
              </a:defRPr>
            </a:pPr>
            <a:r>
              <a:t>03</a:t>
            </a:r>
          </a:p>
          <a:p>
            <a:pPr>
              <a:defRPr sz="1700" b="1">
                <a:solidFill>
                  <a:srgbClr val="252422"/>
                </a:solidFill>
              </a:defRPr>
            </a:pPr>
            <a:r>
              <a:t>Massive IT Support Overhead</a:t>
            </a:r>
          </a:p>
          <a:p>
            <a:br/>
            <a:pPr>
              <a:defRPr sz="1300">
                <a:solidFill>
                  <a:srgbClr val="646464"/>
                </a:solidFill>
              </a:defRPr>
            </a:pPr>
            <a:r>
              <a:t>Over 30% of enterprise IT helpdesk time is wasted on repetitive OS permissions, broken background services, and corrupted update caches.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64592" cy="685800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2422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BUILD WITH भारत 2.0  •  NATIONAL LEVEL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2422"/>
                </a:solidFill>
              </a:defRPr>
            </a:pPr>
            <a:r>
              <a:t>✓  Live Machine Ingestion: Queries live Windows Event Viewer logs (System, App, WindowsUpdate) &amp; OS metadata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25912" cy="77724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2422"/>
                </a:solidFill>
              </a:defRPr>
            </a:pPr>
            <a:r>
              <a:t>✓  Closed-Loop AI Reasoning: Generates hypotheses and executes safe, read-only system probes (icacls, Get-Service) to confirm root cause.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10725912" cy="77724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2422"/>
                </a:solidFill>
              </a:defRPr>
            </a:pPr>
            <a:r>
              <a:t>✓  Human-in-the-Loop Gate: Generates syntax-highlighted PowerShell fix scripts that require explicit user sign-off ([Y/n]) before running.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725912" cy="77724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2422"/>
                </a:solidFill>
              </a:defRPr>
            </a:pPr>
            <a:r>
              <a:t>✓  Pre-Fix Snapshot &amp; Rollback: Automatically snapshots configuration before fixing, enabling 1-click instant rollback ('agent.py rollback').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5912" cy="77724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2422"/>
                </a:solidFill>
              </a:defRPr>
            </a:pPr>
            <a:r>
              <a:t>✓  100% Privacy &amp; Local LLM: Runs seamlessly with OpenAI GPT-4o or 100% offline via local Ollama models (Llama 3.1, Mistral).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64592" cy="685800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2422"/>
                </a:solidFill>
                <a:latin typeface="Arial"/>
              </a:defRPr>
            </a:pPr>
            <a:r>
              <a:t>FLOW OF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BUILD WITH भारत 2.0  •  NATIONAL LEVEL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57400" cy="384048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1. Ingestion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Admin check + Event Viewer critical logs (50 events) + OS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2011680"/>
            <a:ext cx="2057400" cy="384048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2. Diagnosis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LLM formulates hypothesis &amp; outputs safe read-only PowerShell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57400" cy="384048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3. Probing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Executes safe probes (icacls, services) with blacklist safety guards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2011680"/>
            <a:ext cx="2057400" cy="384048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4. Approval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Previews script in terminal &amp; requires explicit [Y/n] user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2011680"/>
            <a:ext cx="2057400" cy="384048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5. Fix &amp; Rollback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Takes snapshot, runs fix, verifies service health &amp; enables 1-click rollback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64592" cy="685800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2422"/>
                </a:solidFill>
                <a:latin typeface="Arial"/>
              </a:defRPr>
            </a:pPr>
            <a:r>
              <a:t>TECH STACK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BUILD WITH भारत 2.0  •  NATIONAL LEVEL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39512" cy="201168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Core CLI &amp; UI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Python 3.10+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Typer (Type-safe CLI)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Rich (Banners, Tables, Monokai Highlighting)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39512" cy="201168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AI &amp; Reasoning Engine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OpenAI API (GPT-4o)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Ollama (Local Llama 3.1 / Mistral)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Strict JSON Schema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39512" cy="201168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OS &amp; System Diagnostics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PowerShell 5.1 / 7+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Windows Event Viewer (Get-WinEvent)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WMI / Win32 System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39512" cy="201168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Security &amp; Safety Guardrails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Regex Command Blacklist (del/format/etc.)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Temp File Sandbox &amp; Auto-Cleanup</a:t>
            </a:r>
          </a:p>
          <a:p>
            <a:pPr>
              <a:defRPr sz="1300">
                <a:solidFill>
                  <a:srgbClr val="252422"/>
                </a:solidFill>
              </a:defRPr>
            </a:pPr>
            <a:r>
              <a:t>•  Snapshot &amp; Rollback Engine (.backups/)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64592" cy="685800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2422"/>
                </a:solidFill>
                <a:latin typeface="Arial"/>
              </a:defRPr>
            </a:pPr>
            <a:r>
              <a:t>UNIQUE SELLING PROPOSITION (USP)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BUILD WITH भारत 2.0  •  NATIONAL LEVEL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B5E28"/>
                </a:solidFill>
              </a:defRPr>
            </a:pPr>
            <a:r>
              <a:t>★ USP 01</a:t>
            </a:r>
          </a:p>
          <a:p>
            <a:br/>
            <a:pPr>
              <a:defRPr sz="1500" b="1">
                <a:solidFill>
                  <a:srgbClr val="252422"/>
                </a:solidFill>
              </a:defRPr>
            </a:pPr>
            <a:r>
              <a:t>Ground Truth Telemetry (No Hallucinations)</a:t>
            </a:r>
          </a:p>
          <a:p>
            <a:br/>
            <a:pPr>
              <a:defRPr sz="1200">
                <a:solidFill>
                  <a:srgbClr val="646464"/>
                </a:solidFill>
              </a:defRPr>
            </a:pPr>
            <a:r>
              <a:t>Unlike chatbots that hallucinate blind commands, our agent runs live read-only verification checks on actual system files and registry keys before proposing fixes.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B5E28"/>
                </a:solidFill>
              </a:defRPr>
            </a:pPr>
            <a:r>
              <a:t>★ USP 02</a:t>
            </a:r>
          </a:p>
          <a:p>
            <a:br/>
            <a:pPr>
              <a:defRPr sz="1500" b="1">
                <a:solidFill>
                  <a:srgbClr val="252422"/>
                </a:solidFill>
              </a:defRPr>
            </a:pPr>
            <a:r>
              <a:t>Strict Human-in-the-Loop Safety</a:t>
            </a:r>
          </a:p>
          <a:p>
            <a:br/>
            <a:pPr>
              <a:defRPr sz="1200">
                <a:solidFill>
                  <a:srgbClr val="646464"/>
                </a:solidFill>
              </a:defRPr>
            </a:pPr>
            <a:r>
              <a:t>Full transparency: The exact PowerShell code is shown with syntax highlighting. Nothing executes without explicit user consent ([Y/n]).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B5E28"/>
                </a:solidFill>
              </a:defRPr>
            </a:pPr>
            <a:r>
              <a:t>★ USP 03</a:t>
            </a:r>
          </a:p>
          <a:p>
            <a:br/>
            <a:pPr>
              <a:defRPr sz="1500" b="1">
                <a:solidFill>
                  <a:srgbClr val="252422"/>
                </a:solidFill>
              </a:defRPr>
            </a:pPr>
            <a:r>
              <a:t>Zero-Risk Snapshot Rollback</a:t>
            </a:r>
          </a:p>
          <a:p>
            <a:br/>
            <a:pPr>
              <a:defRPr sz="1200">
                <a:solidFill>
                  <a:srgbClr val="646464"/>
                </a:solidFill>
              </a:defRPr>
            </a:pPr>
            <a:r>
              <a:t>Every applied fix automatically creates an inverse rollback script and snapshot point. Revert any change in 1 second via 'agent.py rollback'.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5F5F7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B5E28"/>
                </a:solidFill>
              </a:defRPr>
            </a:pPr>
            <a:r>
              <a:t>★ USP 04</a:t>
            </a:r>
          </a:p>
          <a:p>
            <a:br/>
            <a:pPr>
              <a:defRPr sz="1500" b="1">
                <a:solidFill>
                  <a:srgbClr val="252422"/>
                </a:solidFill>
              </a:defRPr>
            </a:pPr>
            <a:r>
              <a:t>100% Offline / Air-Gapped Operation</a:t>
            </a:r>
          </a:p>
          <a:p>
            <a:br/>
            <a:pPr>
              <a:defRPr sz="1200">
                <a:solidFill>
                  <a:srgbClr val="646464"/>
                </a:solidFill>
              </a:defRPr>
            </a:pPr>
            <a:r>
              <a:t>Can run completely offline on local LLMs with Ollama for sensitive corporate, banking, or defense systems with zero external data egress.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64592" cy="685800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2422"/>
                </a:solidFill>
                <a:latin typeface="Arial"/>
              </a:defRPr>
            </a:pPr>
            <a:r>
              <a:t>FEASIBILITY &amp; COMPETITOR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BUILD WITH भारत 2.0  •  NATIONAL LEVEL HACKATHON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/>
                <a:gridCol w="2145182"/>
                <a:gridCol w="2145182"/>
                <a:gridCol w="2145182"/>
                <a:gridCol w="2145184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524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Windows Troubleshooter</a:t>
                      </a:r>
                    </a:p>
                  </a:txBody>
                  <a:tcPr>
                    <a:solidFill>
                      <a:srgbClr val="2524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ChatGPT / Search</a:t>
                      </a:r>
                    </a:p>
                  </a:txBody>
                  <a:tcPr>
                    <a:solidFill>
                      <a:srgbClr val="2524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Enterprise RMM</a:t>
                      </a:r>
                    </a:p>
                  </a:txBody>
                  <a:tcPr>
                    <a:solidFill>
                      <a:srgbClr val="2524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Debug Agent</a:t>
                      </a:r>
                    </a:p>
                  </a:txBody>
                  <a:tcPr>
                    <a:solidFill>
                      <a:srgbClr val="EB5E2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Root Cause Depth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❌ Basic / Rigid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⚠️ Generic / Blind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⚠️ Manual Analysis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✅ Deep &amp; Automated</a:t>
                      </a:r>
                    </a:p>
                  </a:txBody>
                  <a:tcPr>
                    <a:solidFill>
                      <a:srgbClr val="FFEBE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Direct Execution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⚠️ Limited / Opaque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❌ Manual Copy-Paste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⚠️ Complex Custom Scripts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✅ 1-Click with Approval</a:t>
                      </a:r>
                    </a:p>
                  </a:txBody>
                  <a:tcPr>
                    <a:solidFill>
                      <a:srgbClr val="FFEBE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Rollback Engine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❌ No Rollback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⚠️ Requires full disk backup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✅ Instant 1-Click Rollback</a:t>
                      </a:r>
                    </a:p>
                  </a:txBody>
                  <a:tcPr>
                    <a:solidFill>
                      <a:srgbClr val="FFEBE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Local Privacy / Offline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❌ Cloud Only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❌ Cloud Dependent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52422"/>
                          </a:solidFill>
                        </a:defRPr>
                      </a:pPr>
                      <a:r>
                        <a:t>✅ Local LLM + Cloud</a:t>
                      </a:r>
                    </a:p>
                  </a:txBody>
                  <a:tcPr>
                    <a:solidFill>
                      <a:srgbClr val="FFEB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72591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252422"/>
                </a:solidFill>
              </a:defRPr>
            </a:pPr>
            <a:r>
              <a:t>Key Feasibility Solutions Implemented: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•  1. Dynamic System32 &amp; PowerShell resolution across all Windows release configurations.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•  2. Built-in command regex blacklists preventing destructive operations during diagnostic phases.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•  3. Decoupled AI client supporting cloud GPT-4o or zero-cost local Ollama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64592" cy="685800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2422"/>
                </a:solidFill>
                <a:latin typeface="Arial"/>
              </a:defRPr>
            </a:pPr>
            <a:r>
              <a:t>RESEARCH, REPOSITORY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B5E2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BUILD WITH भारत 2.0  •  NATIONAL LEVEL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39512" cy="438912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Repository &amp; Live Validation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GitHub Repository: Open-source MIT Licensed codebase.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Live Validation: Successfully tested on Windows Update permission denial (0x80070005) &amp; service failure modes.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Live Subcommands: 'diagnose', 'history', 'rollback', 'check-env'.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Deterministic Output: 100% verified PowerShell script execution and exit code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39512" cy="4389120"/>
          </a:xfrm>
          <a:prstGeom prst="roundRect">
            <a:avLst/>
          </a:prstGeom>
          <a:solidFill>
            <a:srgbClr val="F5F5F7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5E28"/>
                </a:solidFill>
              </a:defRPr>
            </a:pPr>
            <a:r>
              <a:t>Future Roadmap &amp; Scaling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Multi-Platform Support: Linux systemd/journalctl logs and macOS launchctl remediation.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Fleet Enterprise Mode: Centralized agent running diagnostics across Kubernetes nodes &amp; remote server fleets.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Interactive Chat Mode: Multi-turn conversational diagnostics for ambiguous kernel issues.</a:t>
            </a:r>
          </a:p>
          <a:p>
            <a:br/>
            <a:pPr>
              <a:defRPr sz="1200">
                <a:solidFill>
                  <a:srgbClr val="252422"/>
                </a:solidFill>
              </a:defRPr>
            </a:pPr>
            <a:r>
              <a:t>•  Automated Patch Suggestions: Direct integration with Microsoft Update Catalog &amp; WinGet package manager.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